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621792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90372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IBM Qiskit Fall Fest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46120" y="621792"/>
            <a:ext cx="2971800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19272" y="690372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Updated: CV + noise + claim guardrails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Q-BioDiag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58368" y="2048256"/>
            <a:ext cx="6172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FE2FF"/>
                </a:solidFill>
              </a:rPr>
              <a:t>Quantum AI for Early Biomedical Diagnostics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2770632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2E8F0"/>
                </a:solidFill>
              </a:rPr>
              <a:t>4-qubit quantum-kernel classifier for benign vs lesion image patches, plus diagnostic case retrieval.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8368" y="3877056"/>
            <a:ext cx="5349240" cy="804672"/>
          </a:xfrm>
          <a:prstGeom prst="roundRect">
            <a:avLst>
              <a:gd name="adj" fmla="val 9091"/>
            </a:avLst>
          </a:prstGeom>
          <a:solidFill>
            <a:srgbClr val="12365F"/>
          </a:solidFill>
          <a:ln w="12700">
            <a:solidFill>
              <a:srgbClr val="1236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08736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BEAFE"/>
                </a:solidFill>
              </a:rPr>
              <a:t>Safe claim: 100% on a 40-sample held-out prototype set - not clinical accuracy and not IBM hardware.</a:t>
            </a:r>
            <a:endParaRPr lang="en-US" sz="1250" dirty="0"/>
          </a:p>
        </p:txBody>
      </p:sp>
      <p:pic>
        <p:nvPicPr>
          <p:cNvPr id="11" name="Image 0" descr="/mnt/data/qbio_updated_project/Q-BioDiag-Updated/outputs/sample_p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446020"/>
            <a:ext cx="3977640" cy="1325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" y="59070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Track 8 • Healthcare &amp; Biomedical Diagnostics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83464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Problem &amp; Motivation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50138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Q-BioDiag • Track 8: Quantum AI for Healthcare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94183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Early disease signals are subtle, noisy, and label-limited.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17099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27632"/>
            <a:ext cx="5852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475569"/>
                </a:solidFill>
              </a:rPr>
              <a:t>Microscopic pathology patterns can appear as tiny texture changes, weak margins, or small lesion clusters.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658368" y="227685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5852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475569"/>
                </a:solidFill>
              </a:rPr>
              <a:t>Deep CNNs can perform well, but they usually need more labeled data and many trainable parameters.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658368" y="28437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61488"/>
            <a:ext cx="5852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475569"/>
                </a:solidFill>
              </a:rPr>
              <a:t>Hackathon target: prove an end-to-end, reproducible quantum-classical diagnostic workflow.</a:t>
            </a:r>
            <a:endParaRPr lang="en-US" sz="1520" dirty="0"/>
          </a:p>
        </p:txBody>
      </p:sp>
      <p:pic>
        <p:nvPicPr>
          <p:cNvPr id="12" name="Image 0" descr="/mnt/data/qbio_updated_project/Q-BioDiag-Updated/outputs/sample_p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987296"/>
            <a:ext cx="4370832" cy="14569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812280" y="4416552"/>
            <a:ext cx="4370832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76872" y="458114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</a:rPr>
              <a:t>Clinical framing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6976872" y="4937760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0B1F3A"/>
                </a:solidFill>
              </a:rPr>
              <a:t>Classify benign vs early-lesion patches, then retrieve similar cases for explanation.</a:t>
            </a:r>
            <a:endParaRPr lang="en-US" sz="11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83464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Proposed Solution: End-to-End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50138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Q-BioDiag • Track 8: Quantum AI for Healthcare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</a:rPr>
              <a:t>A compact pipeline that judges can run and inspect in minutes.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148840" y="2039112"/>
            <a:ext cx="731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80560" y="2039112"/>
            <a:ext cx="74980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84848" y="2039112"/>
            <a:ext cx="75895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070848" y="2039112"/>
            <a:ext cx="731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" y="1728216"/>
            <a:ext cx="14904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92808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B1F3A"/>
                </a:solidFill>
              </a:rPr>
              <a:t>Image patches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2907792" y="1728216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18928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B1F3A"/>
                </a:solidFill>
              </a:rPr>
              <a:t>4 features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5257800" y="1728216"/>
            <a:ext cx="15361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1892808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B1F3A"/>
                </a:solidFill>
              </a:rPr>
              <a:t>4 qubits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7571232" y="1728216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44384" y="189280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</a:rPr>
              <a:t>Quantum kernel</a:t>
            </a:r>
            <a:endParaRPr lang="en-US" sz="1330" dirty="0"/>
          </a:p>
        </p:txBody>
      </p:sp>
      <p:sp>
        <p:nvSpPr>
          <p:cNvPr id="18" name="Shape 16"/>
          <p:cNvSpPr/>
          <p:nvPr/>
        </p:nvSpPr>
        <p:spPr>
          <a:xfrm>
            <a:off x="9829800" y="1728216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2952" y="189280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B1F3A"/>
                </a:solidFill>
              </a:rPr>
              <a:t>Prediction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1005840" y="2971800"/>
            <a:ext cx="10058400" cy="1417320"/>
          </a:xfrm>
          <a:prstGeom prst="roundRect">
            <a:avLst>
              <a:gd name="adj" fmla="val 6452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329184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Validation layer: held-out metrics + 5-fold CV + ideal/noisy quantum-kernel benchmark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373075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</a:rPr>
              <a:t>Retrieval layer: Pinecone or local JSON stores compressed diagnostic embeddings and case metadata.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54480" y="5230368"/>
            <a:ext cx="9052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7C3AED"/>
                </a:solidFill>
              </a:rPr>
              <a:t>Runnable demo: python -m qbio_diagnostics.run_demo --samples 160 --qubits 4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83464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Quantum Implementation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50138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Q-BioDiag • Track 8: Quantum AI for Healthcare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0" b="1" dirty="0">
                <a:solidFill>
                  <a:srgbClr val="0B1F3A"/>
                </a:solidFill>
              </a:rPr>
              <a:t>Technical heart: ZZ-style feature map + fidelity kernel + SVM decision boundary.</a:t>
            </a:r>
            <a:endParaRPr lang="en-US" sz="1930" dirty="0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5760720" cy="1298448"/>
          </a:xfrm>
          <a:prstGeom prst="roundRect">
            <a:avLst>
              <a:gd name="adj" fmla="val 35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5564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feature_map = zz_feature_map(feature_dimension=4, reps=1, entanglement="full")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quantum_kernel = FidelityQuantumKernel(feature_map=feature_map)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model = QSVC(quantum_kernel=quantum_kernel)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84848" y="1371600"/>
            <a:ext cx="43708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53619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563EB"/>
                </a:solidFill>
              </a:rPr>
              <a:t>Representation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949440" y="1892808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0B1F3A"/>
                </a:solidFill>
              </a:rPr>
              <a:t>Each 16x16 patch is compressed into 4 normalized descriptors: std, max intensity, bright ratio, local contrast.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6784848" y="2697480"/>
            <a:ext cx="437083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86207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7C3AED"/>
                </a:solidFill>
              </a:rPr>
              <a:t>Fallback honesty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949440" y="321868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0B1F3A"/>
                </a:solidFill>
              </a:rPr>
              <a:t>If Qiskit is unavailable, the project uses a 4-qubit reference quantum-kernel simulator. It does not silently switch to a classical polynomial kernel.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68680" y="350215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3419856"/>
            <a:ext cx="5166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475569"/>
                </a:solidFill>
              </a:rPr>
              <a:t>Kernel: K(xi, xj) = |&lt;phi(xi)|phi(xj)&gt;|^2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868680" y="401421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931920"/>
            <a:ext cx="5166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475569"/>
                </a:solidFill>
              </a:rPr>
              <a:t>Classifier: SVM trained over the quantum similarity matrix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868680" y="452628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443984"/>
            <a:ext cx="5669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475569"/>
                </a:solidFill>
              </a:rPr>
              <a:t>IBM hardware path is optional and separately labeled as not_run until a QPU job completes.</a:t>
            </a:r>
            <a:endParaRPr lang="en-US" sz="1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83464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Results &amp; Verification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50138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Q-BioDiag • Track 8: Quantum AI for Healthcare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60" dirty="0">
                <a:solidFill>
                  <a:srgbClr val="475569"/>
                </a:solidFill>
              </a:rPr>
              <a:t>Prototype metrics from 160 reproducible biomedical-style patches.</a:t>
            </a:r>
            <a:endParaRPr lang="en-US" sz="1860" dirty="0"/>
          </a:p>
        </p:txBody>
      </p:sp>
      <p:pic>
        <p:nvPicPr>
          <p:cNvPr id="6" name="Image 0" descr="/mnt/data/qbio_updated_project/Q-BioDiag-Updated/outputs/quantum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2656"/>
            <a:ext cx="3246120" cy="2967433"/>
          </a:xfrm>
          <a:prstGeom prst="rect">
            <a:avLst/>
          </a:prstGeom>
        </p:spPr>
      </p:pic>
      <p:pic>
        <p:nvPicPr>
          <p:cNvPr id="7" name="Image 1" descr="/mnt/data/qbio_updated_project/Q-BioDiag-Updated/outputs/quantum_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1556194"/>
            <a:ext cx="3246120" cy="2840355"/>
          </a:xfrm>
          <a:prstGeom prst="rect">
            <a:avLst/>
          </a:prstGeom>
        </p:spPr>
      </p:pic>
      <p:pic>
        <p:nvPicPr>
          <p:cNvPr id="8" name="Image 2" descr="/mnt/data/qbio_updated_project/Q-BioDiag-Updated/outputs/learning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1629107"/>
            <a:ext cx="3977640" cy="269453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" y="5074920"/>
            <a:ext cx="10744200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87552" y="5303520"/>
            <a:ext cx="10213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92400E"/>
                </a:solidFill>
              </a:rPr>
              <a:t>Say this: quantum-kernel evaluation achieved 100% accuracy on the 40-sample held-out evaluation set. Do not call it clinical accuracy or IBM hardware accuracy.</a:t>
            </a:r>
            <a:endParaRPr lang="en-US" sz="12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83464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Robustness: Cross-Validation + Noise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50138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Q-BioDiag • Track 8: Quantum AI for Healthcare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475569"/>
                </a:solidFill>
              </a:rPr>
              <a:t>The updated version adds the evidence judges are likely to ask for.</a:t>
            </a:r>
            <a:endParaRPr lang="en-US" sz="1850" dirty="0"/>
          </a:p>
        </p:txBody>
      </p:sp>
      <p:pic>
        <p:nvPicPr>
          <p:cNvPr id="6" name="Image 0" descr="/mnt/data/qbio_updated_project/Q-BioDiag-Updated/outputs/cross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0721"/>
            <a:ext cx="4572000" cy="3310759"/>
          </a:xfrm>
          <a:prstGeom prst="rect">
            <a:avLst/>
          </a:prstGeom>
        </p:spPr>
      </p:pic>
      <p:pic>
        <p:nvPicPr>
          <p:cNvPr id="7" name="Image 1" descr="/mnt/data/qbio_updated_project/Q-BioDiag-Updated/outputs/noise_resili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01140"/>
            <a:ext cx="4754880" cy="3169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5047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5-fold quantum-kernel CV mean accuracy: 0.9938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897880" y="5047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</a:rPr>
              <a:t>Noisy classifier accuracy in stress test: 0.975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143000" y="562356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C2626"/>
                </a:solidFill>
              </a:rPr>
              <a:t>IBM Quantum hardware status: not_run in packaged result; the repo includes an optional hardware benchmark starter.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83464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Future Scope &amp; Submission Readiness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50138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Q-BioDiag • Track 8: Quantum AI for Healthcare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658368" y="950976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</a:rPr>
              <a:t>Ready for submission: repo + deck + demo-video script.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41248" y="174650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64208"/>
            <a:ext cx="5623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475569"/>
                </a:solidFill>
              </a:rPr>
              <a:t>Upload the full folder to a public GitHub repo with README, requirements, notebook, and outputs.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841248" y="229514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12848"/>
            <a:ext cx="5623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475569"/>
                </a:solidFill>
              </a:rPr>
              <a:t>Record a 2-4 minute video showing terminal execution, metrics JSON, and output charts.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841248" y="28437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61488"/>
            <a:ext cx="5623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475569"/>
                </a:solidFill>
              </a:rPr>
              <a:t>In the pitch, separate prototype simulation results from optional future IBM QPU execution.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7086600" y="1234440"/>
            <a:ext cx="3977640" cy="3063240"/>
          </a:xfrm>
          <a:prstGeom prst="roundRect">
            <a:avLst>
              <a:gd name="adj" fmla="val 298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Roadmap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06640" y="2011680"/>
            <a:ext cx="32461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0B1F3A"/>
                </a:solidFill>
              </a:rPr>
              <a:t>1. Replace synthetic data with BreakHis/HAM10000/X-ray patches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A"/>
                </a:solidFill>
              </a:rPr>
              <a:t>2. Run IBM Runtime Sampler/Estimator jobs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A"/>
                </a:solidFill>
              </a:rPr>
              <a:t>3. Add readout mitigation and hardware-specific calibration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0B1F3A"/>
                </a:solidFill>
              </a:rPr>
              <a:t>4. Build clinician review workflow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868680" y="4663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Final pitch 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04748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Q-BioDiag turns tiny biomedical image signals into quantum-kernel similarity patterns, tests robustness under noise, and retrieves explainable diagnostic cases.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IBM Qiskit Fall Fest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Q-BioDiag Updated Pitch Deck</dc:title>
  <dc:subject>Quantum AI for Biomedical Diagnostics</dc:subject>
  <dc:creator>Q-BioDiag Team</dc:creator>
  <cp:lastModifiedBy>Q-BioDiag Team</cp:lastModifiedBy>
  <cp:revision>1</cp:revision>
  <dcterms:created xsi:type="dcterms:W3CDTF">2026-10-06T05:34:20Z</dcterms:created>
  <dcterms:modified xsi:type="dcterms:W3CDTF">2026-10-06T05:34:20Z</dcterms:modified>
</cp:coreProperties>
</file>