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640080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708660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IBM Qiskit Fall Fest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21792" y="14173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Q-BioDiag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58368" y="21214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BFE2FF"/>
                </a:solidFill>
              </a:rPr>
              <a:t>Quantum AI for Early Biomedical Diagnostics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28529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Hybrid Qiskit quantum-kernel classifier + Pinecone diagnostic case retrieval</a:t>
            </a:r>
            <a:endParaRPr lang="en-US" sz="1700" dirty="0"/>
          </a:p>
        </p:txBody>
      </p:sp>
      <p:pic>
        <p:nvPicPr>
          <p:cNvPr id="7" name="Image 0" descr="/mnt/data/qbio_quantum_ai_demo/outputs/sample_p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481072"/>
            <a:ext cx="3794760" cy="1264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58978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Track 8 • Healthcare &amp; Biomedical Diagnostics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Problem &amp; Motivation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Q-BioDiag • Track 8: Quantum AI for Healthcare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Early disease signals are small, noisy and data-hungry.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Clinical images contain subtle lesion patterns: microcalcifications, tiny nodules, weak margins.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58368" y="2276856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128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Deep CNNs work well, but often need larger datasets and many trainable weights.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8368" y="2798064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340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Hackathon goal: show a compact, reproducible quantum-classical diagnostic workflow.</a:t>
            </a:r>
            <a:endParaRPr lang="en-US" sz="1550" dirty="0"/>
          </a:p>
        </p:txBody>
      </p:sp>
      <p:pic>
        <p:nvPicPr>
          <p:cNvPr id="12" name="Image 0" descr="/mnt/data/qbio_quantum_ai_demo/outputs/sample_p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057400"/>
            <a:ext cx="4251960" cy="1417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58000" y="4407408"/>
            <a:ext cx="4480560" cy="932688"/>
          </a:xfrm>
          <a:prstGeom prst="roundRect">
            <a:avLst>
              <a:gd name="adj" fmla="val 7843"/>
            </a:avLst>
          </a:prstGeom>
          <a:solidFill>
            <a:srgbClr val="EAF3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45994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80ED"/>
                </a:solidFill>
              </a:rPr>
              <a:t>Medical framing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4873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</a:rPr>
              <a:t>Classify benign vs early lesion patches, then retrieve similar cases for explainability.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Proposed Solution: End-to-End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Q-BioDiag • Track 8: Quantum AI for Healthcare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A lightweight diagnostic pipeline that judges can run in minutes.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240280" y="2029968"/>
            <a:ext cx="75895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63440" y="2029968"/>
            <a:ext cx="71323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59168" y="2029968"/>
            <a:ext cx="71323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436608" y="2029968"/>
            <a:ext cx="71323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1719072"/>
            <a:ext cx="158191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3F5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88366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Image patches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35808" y="1719072"/>
            <a:ext cx="162763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3F5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883664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Feature compression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719072"/>
            <a:ext cx="16642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3F5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188366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4-qubit encoding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90688" y="1719072"/>
            <a:ext cx="164592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12700">
            <a:solidFill>
              <a:srgbClr val="D7E3F5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0416" y="188366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Qiskit QSVC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168128" y="1719072"/>
            <a:ext cx="1325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3F5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7856" y="1883664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43000" y="2971800"/>
            <a:ext cx="987552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Pinecone diagnostic memory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</a:rPr>
              <a:t>Compressed embeddings + metadata are stored for similarity search, case retrieval, and demo explainability.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926080" y="50749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B61FF"/>
                </a:solidFill>
              </a:rPr>
              <a:t>Input → Quantum model → Metrics → Similar case retrieval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Quantum Implementation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Q-BioDiag • Track 8: Quantum AI for Healthcare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Technical heart: Qiskit ZZFeatureMap + FidelityQuantumKernel + QSVC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623560" cy="132588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feature_map = ZZFeatureMap(feature_dimension=4, reps=2, entanglement="linear")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quantum_kernel = FidelityQuantumKernel(feature_map=feature_map)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 = QSVC(quantum_kernel=quantum_kernel)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5262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682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Circuit idea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205740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</a:rPr>
              <a:t>Ry / Rz data rotations encode patch features. Entangling CX/CZ ladders let the kernel measure non-linear tissue correlations in Hilbert space.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6903720" y="3108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A6"/>
                </a:solidFill>
              </a:rPr>
              <a:t>Noise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</a:rPr>
              <a:t>Aer depolarizing noise + zero-noise extrapolation helper for NISQ-readiness.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868680" y="3465576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4015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Input dimension: 4 compressed image descriptors = 4 qubits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68680" y="3959352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89534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Quantum kernel: K(xᵢ, xⱼ)=|⟨φ(xᵢ)|φ(xⱼ)⟩|²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68680" y="445312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3891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Classifier: QSVC decision boundary over quantum similarity matrix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Results &amp; Verification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Q-BioDiag • Track 8: Quantum AI for Healthcare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Demo metrics from reproducible synthetic biomedical patches</a:t>
            </a:r>
            <a:endParaRPr lang="en-US" sz="1900" dirty="0"/>
          </a:p>
        </p:txBody>
      </p:sp>
      <p:pic>
        <p:nvPicPr>
          <p:cNvPr id="6" name="Image 0" descr="/mnt/data/qbio_quantum_ai_demo/outputs/quantum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60589"/>
            <a:ext cx="3337560" cy="3051022"/>
          </a:xfrm>
          <a:prstGeom prst="rect">
            <a:avLst/>
          </a:prstGeom>
        </p:spPr>
      </p:pic>
      <p:pic>
        <p:nvPicPr>
          <p:cNvPr id="7" name="Image 1" descr="/mnt/data/qbio_quantum_ai_demo/outputs/quantum_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25918"/>
            <a:ext cx="3337560" cy="2920365"/>
          </a:xfrm>
          <a:prstGeom prst="rect">
            <a:avLst/>
          </a:prstGeom>
        </p:spPr>
      </p:pic>
      <p:pic>
        <p:nvPicPr>
          <p:cNvPr id="8" name="Image 2" descr="/mnt/data/qbio_quantum_ai_demo/outputs/learning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93693"/>
            <a:ext cx="3520440" cy="23848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53218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Observed result: QSVC path/fallback achieved strong lesion-vs-benign separation in the packaged demo; replace the dataset loader for BreakHis/HAM10000/X-ray.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Quantum Advantage &amp; Feasibility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Q-BioDiag • Track 8: Quantum AI for Healthcare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Why quantum here?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764792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0078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Expressive feature maps: compact medical descriptors become high-dimensional quantum states.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304288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24028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Parameter efficiency: quantum kernel model avoids training a large CNN in the demo path.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843784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7977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Small-data story: supports learning-curve comparison under limited labels.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31927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NISQ feasibility: Aer noise demo + ZNE hook prepares for IBM backend execution.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4343400" cy="3154680"/>
          </a:xfrm>
          <a:prstGeom prst="roundRect">
            <a:avLst>
              <a:gd name="adj" fmla="val 2899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Clinical retrieval layer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20574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</a:rPr>
              <a:t>Pinecone stores compressed embeddings and metadata so a new patch can retrieve similar historical cases with explanation text.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178040" y="32461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Model output + retrieved cases = clearer pitch and better clinician-facing explainability.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Future Scope &amp; Submission Readiness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Q-BioDiag • Track 8: Quantum AI for Healthcare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Tomorrow-ready deliverables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728216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642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Public GitHub repo: upload the packaged folder and keep README visible.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1762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Deck: 7-slide judge-friendly pitch following the recommended blueprint.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2752344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688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</a:rPr>
              <a:t>Video: record terminal run + dashboard + explain results in 2–4 minutes.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720840" y="1115568"/>
            <a:ext cx="4480560" cy="3401568"/>
          </a:xfrm>
          <a:prstGeom prst="roundRect">
            <a:avLst>
              <a:gd name="adj" fmla="val 268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481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A06B"/>
                </a:solidFill>
              </a:rPr>
              <a:t>Roadmap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1920240"/>
            <a:ext cx="36118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</a:rPr>
              <a:t>1. Replace synthetic patches with BreakHis/HAM10000/Chest X-ray dataset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</a:rPr>
              <a:t>2. Run Qiskit Runtime Sampler/Estimator on IBM backend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</a:rPr>
              <a:t>3. Add readout mitigation and deeper hardware benchmarking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</a:rPr>
              <a:t>4. Build clinician review workflow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Final pitch 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809744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Q-BioDiag turns tiny medical image signals into quantum-kernel similarity patterns and retrieves explainable diagnostic cases.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IBM Qiskit Fall Fest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Q-BioDiag Pitch Deck</dc:title>
  <dc:subject>Quantum AI for Biomedical Diagnostics</dc:subject>
  <dc:creator>Q-BioDiag Team</dc:creator>
  <cp:lastModifiedBy>Q-BioDiag Team</cp:lastModifiedBy>
  <cp:revision>1</cp:revision>
  <dcterms:created xsi:type="dcterms:W3CDTF">2026-10-05T16:08:33Z</dcterms:created>
  <dcterms:modified xsi:type="dcterms:W3CDTF">2026-10-05T16:08:33Z</dcterms:modified>
</cp:coreProperties>
</file>